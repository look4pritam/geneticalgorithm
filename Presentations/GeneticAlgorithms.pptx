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427" r:id="rId4"/>
    <p:sldId id="466" r:id="rId5"/>
    <p:sldId id="428" r:id="rId6"/>
    <p:sldId id="444" r:id="rId7"/>
    <p:sldId id="468" r:id="rId8"/>
    <p:sldId id="430" r:id="rId9"/>
    <p:sldId id="469" r:id="rId10"/>
    <p:sldId id="470" r:id="rId11"/>
    <p:sldId id="471" r:id="rId12"/>
    <p:sldId id="472" r:id="rId13"/>
    <p:sldId id="269" r:id="rId1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FDCCA-FFB9-49F6-B56E-F6432283D67C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EC5B1-3194-4B6A-BAEE-39D412112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9FEDA-6AC3-495C-A467-2B0399D71BB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Genetic Algorithms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n-US" dirty="0"/>
              <a:t>Pritam Prakash Shete</a:t>
            </a:r>
          </a:p>
          <a:p>
            <a:r>
              <a:rPr lang="en-US" dirty="0"/>
              <a:t>Computer Division, BARC </a:t>
            </a:r>
          </a:p>
          <a:p>
            <a:r>
              <a:rPr lang="en-IN" dirty="0"/>
              <a:t>Centre for Excellence in Basic Sciences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Genetic Algorithms</a:t>
            </a:r>
          </a:p>
          <a:p>
            <a:r>
              <a:rPr lang="en-US" dirty="0"/>
              <a:t>Core Components</a:t>
            </a:r>
          </a:p>
          <a:p>
            <a:r>
              <a:rPr lang="en-US" dirty="0"/>
              <a:t>Fitness Function</a:t>
            </a:r>
          </a:p>
          <a:p>
            <a:r>
              <a:rPr lang="en-US" dirty="0"/>
              <a:t>Selection</a:t>
            </a:r>
          </a:p>
          <a:p>
            <a:r>
              <a:rPr lang="en-US" dirty="0"/>
              <a:t>Crossover</a:t>
            </a:r>
          </a:p>
          <a:p>
            <a:r>
              <a:rPr lang="en-US" dirty="0"/>
              <a:t>Mutation</a:t>
            </a:r>
          </a:p>
          <a:p>
            <a:r>
              <a:rPr lang="en-US" dirty="0"/>
              <a:t>Advantages </a:t>
            </a:r>
          </a:p>
          <a:p>
            <a:r>
              <a:rPr lang="en-US" dirty="0"/>
              <a:t>Disadvantages </a:t>
            </a:r>
          </a:p>
          <a:p>
            <a:r>
              <a:rPr lang="en-US" dirty="0"/>
              <a:t>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Genetic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Genetic Algorithm (GA) is a population based optimization and search technique.</a:t>
            </a:r>
          </a:p>
          <a:p>
            <a:pPr algn="just"/>
            <a:r>
              <a:rPr lang="en-US" dirty="0"/>
              <a:t>It is inspired by natural selection and biological evolution.</a:t>
            </a:r>
          </a:p>
          <a:p>
            <a:pPr algn="just"/>
            <a:r>
              <a:rPr lang="en-US" dirty="0"/>
              <a:t>GA evolves a population of candidate solutions over successive generations.</a:t>
            </a:r>
          </a:p>
          <a:p>
            <a:pPr algn="just"/>
            <a:r>
              <a:rPr lang="en-US" dirty="0"/>
              <a:t>Better solutions receive a greater opportunity to contribute to future generations.</a:t>
            </a:r>
          </a:p>
          <a:p>
            <a:pPr algn="just"/>
            <a:r>
              <a:rPr lang="en-US" dirty="0"/>
              <a:t>The objective is to find a high quality solution within a practical computational budget.</a:t>
            </a:r>
            <a:r>
              <a:rPr lang="en-IN" dirty="0"/>
              <a:t> </a:t>
            </a:r>
            <a:endParaRPr lang="en-US" dirty="0"/>
          </a:p>
          <a:p>
            <a:pPr lvl="1" algn="just"/>
            <a:endParaRPr lang="en-US" baseline="-2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3414CB-4DB7-9BB7-BA12-8EE1285FF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2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and Genetic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Genetic Algorithms are inspired by the process of biological evolution.</a:t>
            </a:r>
          </a:p>
          <a:p>
            <a:pPr lvl="1" algn="just"/>
            <a:r>
              <a:rPr lang="en-US" dirty="0"/>
              <a:t>Population</a:t>
            </a:r>
          </a:p>
          <a:p>
            <a:pPr lvl="1" algn="just"/>
            <a:r>
              <a:rPr lang="en-US" dirty="0"/>
              <a:t>Selection</a:t>
            </a:r>
          </a:p>
          <a:p>
            <a:pPr lvl="1" algn="just"/>
            <a:r>
              <a:rPr lang="en-US" dirty="0"/>
              <a:t>Reproduction</a:t>
            </a:r>
          </a:p>
          <a:p>
            <a:pPr lvl="1" algn="just"/>
            <a:r>
              <a:rPr lang="en-US" dirty="0"/>
              <a:t>Mutation</a:t>
            </a:r>
          </a:p>
          <a:p>
            <a:pPr lvl="1" algn="just"/>
            <a:r>
              <a:rPr lang="en-US" dirty="0"/>
              <a:t>New generation</a:t>
            </a:r>
          </a:p>
          <a:p>
            <a:pPr algn="just"/>
            <a:r>
              <a:rPr lang="en-US" dirty="0"/>
              <a:t>The analogy is useful because GA repeatedly preserves useful information, recombines it, introduces variation, and evaluates the resulting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Genetic Algorithms – 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Population – Candidate solutions</a:t>
            </a:r>
          </a:p>
          <a:p>
            <a:r>
              <a:rPr lang="en-US" dirty="0"/>
              <a:t>Representation – Chromosome and Genes</a:t>
            </a:r>
          </a:p>
          <a:p>
            <a:r>
              <a:rPr lang="en-US" dirty="0"/>
              <a:t>Fitness – Evaluate solution quality</a:t>
            </a:r>
          </a:p>
          <a:p>
            <a:r>
              <a:rPr lang="en-US" dirty="0"/>
              <a:t>Selection – Choose parents</a:t>
            </a:r>
          </a:p>
          <a:p>
            <a:r>
              <a:rPr lang="en-US" dirty="0"/>
              <a:t>Crossover – Combine parents</a:t>
            </a:r>
          </a:p>
          <a:p>
            <a:r>
              <a:rPr lang="en-US" dirty="0"/>
              <a:t>Mutation – Introduce variation</a:t>
            </a:r>
          </a:p>
          <a:p>
            <a:r>
              <a:rPr lang="en-US" dirty="0"/>
              <a:t>Replacement – Form next generation</a:t>
            </a:r>
          </a:p>
          <a:p>
            <a:r>
              <a:rPr lang="en-US" dirty="0"/>
              <a:t>Termination – Decide when to stop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3B95E6-A78F-04C5-AFAD-01A57605F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1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Genetic Algorithms –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Population – Set of candidate solutions</a:t>
            </a:r>
          </a:p>
          <a:p>
            <a:r>
              <a:rPr lang="en-US" dirty="0"/>
              <a:t>Example: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10110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01101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11001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00111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10010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Genetic Algorithms –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population provides diversity</a:t>
            </a:r>
          </a:p>
          <a:p>
            <a:pPr lvl="1"/>
            <a:r>
              <a:rPr lang="en-US" dirty="0"/>
              <a:t>Multiple solutions can be evaluated simultaneously.</a:t>
            </a:r>
          </a:p>
          <a:p>
            <a:pPr lvl="1"/>
            <a:r>
              <a:rPr lang="en-US" dirty="0"/>
              <a:t>Good solutions can be selected.</a:t>
            </a:r>
          </a:p>
          <a:p>
            <a:pPr lvl="1"/>
            <a:r>
              <a:rPr lang="en-US" dirty="0"/>
              <a:t>Different solutions can be recombined.</a:t>
            </a:r>
          </a:p>
          <a:p>
            <a:pPr lvl="1"/>
            <a:r>
              <a:rPr lang="en-US" dirty="0"/>
              <a:t>Mutation can explore new regions of the search space.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034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Genetic Algorithms –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Population size</a:t>
            </a:r>
          </a:p>
          <a:p>
            <a:pPr lvl="1"/>
            <a:r>
              <a:rPr lang="en-US" dirty="0"/>
              <a:t>Small population </a:t>
            </a:r>
          </a:p>
          <a:p>
            <a:pPr lvl="2"/>
            <a:r>
              <a:rPr lang="en-US" dirty="0"/>
              <a:t>Lower  computational cost</a:t>
            </a:r>
          </a:p>
          <a:p>
            <a:pPr lvl="2"/>
            <a:r>
              <a:rPr lang="en-US" dirty="0"/>
              <a:t>Less diversity</a:t>
            </a:r>
          </a:p>
          <a:p>
            <a:pPr lvl="2"/>
            <a:r>
              <a:rPr lang="en-US" dirty="0"/>
              <a:t>Less exploration</a:t>
            </a:r>
          </a:p>
          <a:p>
            <a:pPr lvl="1"/>
            <a:r>
              <a:rPr lang="en-US" dirty="0"/>
              <a:t>Large population </a:t>
            </a:r>
          </a:p>
          <a:p>
            <a:pPr lvl="2"/>
            <a:r>
              <a:rPr lang="en-US" dirty="0"/>
              <a:t>More diversity</a:t>
            </a:r>
          </a:p>
          <a:p>
            <a:pPr lvl="2"/>
            <a:r>
              <a:rPr lang="en-US" dirty="0"/>
              <a:t>More exploration </a:t>
            </a:r>
          </a:p>
          <a:p>
            <a:pPr lvl="2"/>
            <a:r>
              <a:rPr lang="en-US" dirty="0"/>
              <a:t>Higher computational cost</a:t>
            </a:r>
          </a:p>
          <a:p>
            <a:r>
              <a:rPr lang="en-US" dirty="0"/>
              <a:t>Goal – Balance exploration and computation.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007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Genetic Algorithms – Chromosome and Gene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Chromosome – One complete candidate solution</a:t>
            </a:r>
          </a:p>
          <a:p>
            <a:r>
              <a:rPr lang="en-US" dirty="0"/>
              <a:t>Example: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Chromosome – 10110</a:t>
            </a:r>
          </a:p>
          <a:p>
            <a:r>
              <a:rPr lang="en-US" dirty="0"/>
              <a:t>Each position represents a gene.</a:t>
            </a:r>
          </a:p>
          <a:p>
            <a:r>
              <a:rPr lang="en-US" dirty="0"/>
              <a:t>Genes are the components of a chromosome.</a:t>
            </a:r>
          </a:p>
          <a:p>
            <a:r>
              <a:rPr lang="en-US" dirty="0"/>
              <a:t>The meaning of a gene depends on the chosen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42554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35FB95-949C-DE0D-D7B5-5FDE4F65B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12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</TotalTime>
  <Words>309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Genetic Algorithms</vt:lpstr>
      <vt:lpstr>Topics</vt:lpstr>
      <vt:lpstr>Genetic Algorithms</vt:lpstr>
      <vt:lpstr>PowerPoint Presentation</vt:lpstr>
      <vt:lpstr>Evolution and Genetic Algorithms</vt:lpstr>
      <vt:lpstr>Genetic Algorithms – Core Components</vt:lpstr>
      <vt:lpstr>PowerPoint Presentation</vt:lpstr>
      <vt:lpstr>Genetic Algorithms – Population</vt:lpstr>
      <vt:lpstr>Genetic Algorithms – Population</vt:lpstr>
      <vt:lpstr>Genetic Algorithms – Population</vt:lpstr>
      <vt:lpstr>Genetic Algorithms – Chromosome and Gene</vt:lpstr>
      <vt:lpstr>PowerPoint Presentation</vt:lpstr>
      <vt:lpstr>Questions?</vt:lpstr>
    </vt:vector>
  </TitlesOfParts>
  <Company>BARC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</dc:title>
  <dc:creator>Pritam Prakash Shete</dc:creator>
  <cp:lastModifiedBy>BARC</cp:lastModifiedBy>
  <cp:revision>1213</cp:revision>
  <dcterms:created xsi:type="dcterms:W3CDTF">2019-02-01T20:19:40Z</dcterms:created>
  <dcterms:modified xsi:type="dcterms:W3CDTF">2026-10-07T08:57:31Z</dcterms:modified>
</cp:coreProperties>
</file>